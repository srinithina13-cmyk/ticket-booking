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86968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545336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2203704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862072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3520440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4178808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4837176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5495544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6153912"/>
            <a:ext cx="201168" cy="365760"/>
          </a:xfrm>
          <a:prstGeom prst="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0"/>
            <a:ext cx="18288" cy="6858000"/>
          </a:xfrm>
          <a:prstGeom prst="rect">
            <a:avLst/>
          </a:prstGeom>
          <a:solidFill>
            <a:srgbClr val="3530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0080"/>
            <a:ext cx="201168" cy="20116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4" name="Shape 12"/>
          <p:cNvSpPr/>
          <p:nvPr/>
        </p:nvSpPr>
        <p:spPr>
          <a:xfrm>
            <a:off x="9281160" y="640080"/>
            <a:ext cx="201168" cy="20116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640080"/>
            <a:ext cx="201168" cy="20116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640080"/>
            <a:ext cx="201168" cy="20116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89920" y="640080"/>
            <a:ext cx="201168" cy="20116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92840" y="640080"/>
            <a:ext cx="201168" cy="20116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887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SHOWING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1488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TICKET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SYSTEM</a:t>
            </a:r>
            <a:endParaRPr lang="en-US" sz="4600" dirty="0"/>
          </a:p>
        </p:txBody>
      </p:sp>
      <p:sp>
        <p:nvSpPr>
          <p:cNvPr id="21" name="Shape 19"/>
          <p:cNvSpPr/>
          <p:nvPr/>
        </p:nvSpPr>
        <p:spPr>
          <a:xfrm>
            <a:off x="1207008" y="4160520"/>
            <a:ext cx="502920" cy="54864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8872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Movie.  Choose Your Seat.  Enjoy the Show.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235440" y="5029200"/>
            <a:ext cx="2103120" cy="1188720"/>
          </a:xfrm>
          <a:prstGeom prst="roundRect">
            <a:avLst>
              <a:gd name="adj" fmla="val 9231"/>
            </a:avLst>
          </a:prstGeom>
          <a:solidFill>
            <a:srgbClr val="211D33"/>
          </a:solidFill>
          <a:ln w="15875">
            <a:solidFill>
              <a:srgbClr val="F0B4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03536" y="4901184"/>
            <a:ext cx="256032" cy="256032"/>
          </a:xfrm>
          <a:prstGeom prst="ellipse">
            <a:avLst/>
          </a:prstGeom>
          <a:solidFill>
            <a:srgbClr val="14122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03536" y="5815584"/>
            <a:ext cx="256032" cy="256032"/>
          </a:xfrm>
          <a:prstGeom prst="ellipse">
            <a:avLst/>
          </a:prstGeom>
          <a:solidFill>
            <a:srgbClr val="14122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35440" y="5029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ADMIT ONE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338560" y="457200"/>
            <a:ext cx="320040" cy="32004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5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Ticket Booking System allows users to book movie tickets online.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view movies, show timings, theatres, and available seats.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waiting time and makes ticket booking easier.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120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🎞️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5212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movie-going effortless — from browsing to booking.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5F4F8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226564"/>
            <a:ext cx="530352" cy="53035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2265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0574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and fast ticket booking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30815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5F4F8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250692"/>
            <a:ext cx="530352" cy="53035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32506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💺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08152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seat selection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410565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5F4F8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274820"/>
            <a:ext cx="530352" cy="53035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2748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10565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movie and show details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63640" y="512978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5F4F8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5298948"/>
            <a:ext cx="530352" cy="53035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52989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512978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and convenient booking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 &amp; Working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32120" cy="713232"/>
          </a:xfrm>
          <a:prstGeom prst="roundRect">
            <a:avLst>
              <a:gd name="adj" fmla="val 11538"/>
            </a:avLst>
          </a:prstGeom>
          <a:solidFill>
            <a:srgbClr val="211D33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81912"/>
            <a:ext cx="475488" cy="47548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/ Login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5532120" cy="713232"/>
          </a:xfrm>
          <a:prstGeom prst="roundRect">
            <a:avLst>
              <a:gd name="adj" fmla="val 11538"/>
            </a:avLst>
          </a:prstGeom>
          <a:solidFill>
            <a:srgbClr val="211D33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432304"/>
            <a:ext cx="475488" cy="47548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432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1343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Selection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5532120" cy="713232"/>
          </a:xfrm>
          <a:prstGeom prst="roundRect">
            <a:avLst>
              <a:gd name="adj" fmla="val 11538"/>
            </a:avLst>
          </a:prstGeom>
          <a:solidFill>
            <a:srgbClr val="211D33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282696"/>
            <a:ext cx="475488" cy="47548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6382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Time Selection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5532120" cy="713232"/>
          </a:xfrm>
          <a:prstGeom prst="roundRect">
            <a:avLst>
              <a:gd name="adj" fmla="val 11538"/>
            </a:avLst>
          </a:prstGeom>
          <a:solidFill>
            <a:srgbClr val="211D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133088"/>
            <a:ext cx="475488" cy="47548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💺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1421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864608"/>
            <a:ext cx="5532120" cy="713232"/>
          </a:xfrm>
          <a:prstGeom prst="roundRect">
            <a:avLst>
              <a:gd name="adj" fmla="val 11538"/>
            </a:avLst>
          </a:prstGeom>
          <a:solidFill>
            <a:srgbClr val="211D33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983480"/>
            <a:ext cx="475488" cy="475488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86460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Ticket Generation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46520" y="105156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1C1832"/>
          </a:solidFill>
          <a:ln w="12700">
            <a:solidFill>
              <a:srgbClr val="3530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FLOW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1783080"/>
            <a:ext cx="4526280" cy="566928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03720" y="17830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1783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23362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B429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2478024"/>
            <a:ext cx="4526280" cy="566928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03720" y="247802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247802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Movie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30312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B429"/>
                </a:solidFill>
              </a:rPr>
              <a:t>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3172968"/>
            <a:ext cx="4526280" cy="566928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03720" y="31729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31729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Theatre &amp; Show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372618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B429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3867912"/>
            <a:ext cx="4526280" cy="566928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90372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452360" y="38679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Seat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44211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B429"/>
                </a:solidFill>
              </a:rPr>
              <a:t>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4562856"/>
            <a:ext cx="4526280" cy="566928"/>
          </a:xfrm>
          <a:prstGeom prst="roundRect">
            <a:avLst>
              <a:gd name="adj" fmla="val 50000"/>
            </a:avLst>
          </a:prstGeom>
          <a:solidFill>
            <a:srgbClr val="211D3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903720" y="45628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7452360" y="45628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8869680" y="511606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B429"/>
                </a:solidFill>
              </a:rPr>
              <a:t>▼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6560" y="5257800"/>
            <a:ext cx="4526280" cy="566928"/>
          </a:xfrm>
          <a:prstGeom prst="roundRect">
            <a:avLst>
              <a:gd name="adj" fmla="val 50000"/>
            </a:avLst>
          </a:prstGeom>
          <a:solidFill>
            <a:srgbClr val="E6395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903720" y="5257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452360" y="52578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E-Ticket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5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11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816352"/>
            <a:ext cx="502920" cy="50292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7614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 / PHP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666744"/>
            <a:ext cx="502920" cy="50292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611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517136"/>
            <a:ext cx="502920" cy="50292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4622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XAMPP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011680"/>
            <a:ext cx="2487168" cy="658368"/>
          </a:xfrm>
          <a:prstGeom prst="roundRect">
            <a:avLst>
              <a:gd name="adj" fmla="val 12500"/>
            </a:avLst>
          </a:prstGeom>
          <a:solidFill>
            <a:srgbClr val="1F1B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01168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15400" y="2011680"/>
            <a:ext cx="2487168" cy="658368"/>
          </a:xfrm>
          <a:prstGeom prst="roundRect">
            <a:avLst>
              <a:gd name="adj" fmla="val 12500"/>
            </a:avLst>
          </a:prstGeom>
          <a:solidFill>
            <a:srgbClr val="1F1B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15400" y="201168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63640" y="2816352"/>
            <a:ext cx="2487168" cy="658368"/>
          </a:xfrm>
          <a:prstGeom prst="roundRect">
            <a:avLst>
              <a:gd name="adj" fmla="val 12500"/>
            </a:avLst>
          </a:prstGeom>
          <a:solidFill>
            <a:srgbClr val="1F1B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281635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15400" y="2816352"/>
            <a:ext cx="2487168" cy="658368"/>
          </a:xfrm>
          <a:prstGeom prst="roundRect">
            <a:avLst>
              <a:gd name="adj" fmla="val 12500"/>
            </a:avLst>
          </a:prstGeom>
          <a:solidFill>
            <a:srgbClr val="1F1B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915400" y="281635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63640" y="3621024"/>
            <a:ext cx="2487168" cy="658368"/>
          </a:xfrm>
          <a:prstGeom prst="roundRect">
            <a:avLst>
              <a:gd name="adj" fmla="val 12500"/>
            </a:avLst>
          </a:prstGeom>
          <a:solidFill>
            <a:srgbClr val="1F1B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63640" y="362102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15400" y="3621024"/>
            <a:ext cx="2487168" cy="658368"/>
          </a:xfrm>
          <a:prstGeom prst="roundRect">
            <a:avLst>
              <a:gd name="adj" fmla="val 12500"/>
            </a:avLst>
          </a:prstGeom>
          <a:solidFill>
            <a:srgbClr val="1F1B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15400" y="362102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63640" y="4425696"/>
            <a:ext cx="2487168" cy="658368"/>
          </a:xfrm>
          <a:prstGeom prst="roundRect">
            <a:avLst>
              <a:gd name="adj" fmla="val 12500"/>
            </a:avLst>
          </a:prstGeom>
          <a:solidFill>
            <a:srgbClr val="1F1B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442569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73352"/>
            <a:ext cx="146304" cy="14630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176272"/>
            <a:ext cx="146304" cy="14630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seat selection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679192"/>
            <a:ext cx="146304" cy="14630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560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182112"/>
            <a:ext cx="146304" cy="14630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063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ticket confirmation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5661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online booking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5577840" cy="2880360"/>
          </a:xfrm>
          <a:prstGeom prst="roundRect">
            <a:avLst>
              <a:gd name="adj" fmla="val 3175"/>
            </a:avLst>
          </a:prstGeom>
          <a:solidFill>
            <a:srgbClr val="1C1832"/>
          </a:solidFill>
          <a:ln w="12700">
            <a:solidFill>
              <a:srgbClr val="3530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1828800"/>
            <a:ext cx="420624" cy="42062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80136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2359152"/>
            <a:ext cx="420624" cy="42062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3317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ticket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2889504"/>
            <a:ext cx="420624" cy="42062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🍿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86207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booking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55080" y="3419856"/>
            <a:ext cx="420624" cy="42062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39242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movie recommendations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425196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E639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Ticket Booking System makes movie-going simple, fast, and reliable — bringing the entire experience from browsing to seat confirmation into one convenient platform.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2026-09-11T08:57:18Z</dcterms:created>
  <dcterms:modified xsi:type="dcterms:W3CDTF">2026-09-11T08:57:18Z</dcterms:modified>
</cp:coreProperties>
</file>